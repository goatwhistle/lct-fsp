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0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07.jpg"/><Relationship Id="rId5" Type="http://schemas.openxmlformats.org/officeDocument/2006/relationships/image" Target="../media/image808.jpg"/><Relationship Id="rId6" Type="http://schemas.openxmlformats.org/officeDocument/2006/relationships/image" Target="../media/image809.jpg"/><Relationship Id="rId7" Type="http://schemas.openxmlformats.org/officeDocument/2006/relationships/image" Target="../media/image810.jpg"/><Relationship Id="rId8" Type="http://schemas.openxmlformats.org/officeDocument/2006/relationships/image" Target="../media/image8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t>GoatWhistle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calibr — 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logo-wide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1" r="31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Тест из семейств заданий: у каждого кандидата свой экземпляр, а сложность сопоставима. Грейд завышается в 8 раз реже, чем у наивного теста, а объяснение подборки — те же слагаемые, что и скор.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b="0">
                <a:solidFill>
                  <a:schemeClr val="tx1"/>
                </a:solidFill>
              </a:rPr>
              <a:t>Князев Амир, DevOps-инженер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 b="0">
                <a:solidFill>
                  <a:schemeClr val="tx1"/>
                </a:solidFill>
              </a:rPr>
              <a:t>5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вместе с июля 2026: Hack.Genesis — второе место, ЛЦТ задача №9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учимся в МАИ, работаем в Сбере и Т1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calibr подбирает ИТ-специалистов по уровню, который дал адаптивный тест, а не резюме. Работодатель сам находит категорию и приглашает кандидата с вилкой зарплаты, достижения ФСП — самый весомый сигнал.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Frontend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>
                <a:solidFill>
                  <a:schemeClr val="tx1"/>
                </a:solidFill>
              </a:rPr>
              <a:t>@mikhailkhorokhorin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(967) 508-44-88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МАИ, Сбер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Михаил
Хорохорин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AI-инженер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@Andreysk0303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(938) 307-89-64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МАИ, Сбер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Андрей
Курноскин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Backend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@Onlyurmm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(951) 212-50-58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МАИ, Т1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Савелий
Третьяков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Backend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@gvgrr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(960) 818-50-75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МАИ, Сбер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Иван
Герасимов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team-1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4925" b="4925"/>
          <a:stretch>
            <a:fillRect/>
          </a:stretch>
        </p:blipFill>
        <p:spPr>
          <a:xfrm>
            <a:off x="581397" y="1816054"/>
            <a:ext cx="1722566" cy="1552901"/>
          </a:xfrm>
        </p:spPr>
      </p:pic>
      <p:pic>
        <p:nvPicPr>
          <p:cNvPr id="3" name="Рисунок 2" descr="team-2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5230" b="5230"/>
          <a:stretch>
            <a:fillRect/>
          </a:stretch>
        </p:blipFill>
        <p:spPr>
          <a:xfrm>
            <a:off x="2886467" y="1826554"/>
            <a:ext cx="1722566" cy="1542401"/>
          </a:xfrm>
        </p:spPr>
      </p:pic>
      <p:pic>
        <p:nvPicPr>
          <p:cNvPr id="4" name="Рисунок 3" descr="team-3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t="4727" b="4727"/>
          <a:stretch>
            <a:fillRect/>
          </a:stretch>
        </p:blipFill>
        <p:spPr>
          <a:xfrm>
            <a:off x="5191784" y="1809238"/>
            <a:ext cx="1722567" cy="1559717"/>
          </a:xfrm>
        </p:spPr>
      </p:pic>
      <p:pic>
        <p:nvPicPr>
          <p:cNvPr id="5" name="Рисунок 4" descr="team-4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7"/>
          <a:srcRect t="4727" b="4727"/>
          <a:stretch>
            <a:fillRect/>
          </a:stretch>
        </p:blipFill>
        <p:spPr>
          <a:xfrm>
            <a:off x="7520208" y="1809238"/>
            <a:ext cx="1722567" cy="1559717"/>
          </a:xfrm>
        </p:spPr>
      </p:pic>
      <p:pic>
        <p:nvPicPr>
          <p:cNvPr id="6" name="Рисунок 5" descr="team-5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8"/>
          <a:srcRect t="4274" b="4274"/>
          <a:stretch>
            <a:fillRect/>
          </a:stretch>
        </p:blipFill>
        <p:spPr>
          <a:xfrm>
            <a:off x="9802422" y="1809238"/>
            <a:ext cx="1722566" cy="1559717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 «GoatWhistle»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 DevOps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@king_offkaif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(939) 316-73-76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МАИ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Амир
Князев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Четвёртый месяц выступаем впятером: Hack.Genesis 2026 — второе место, затем ЛЦТ 2026, задача №9. Спецтрек ФСП — третий хакатон этим составом.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Готовых данных о реальном уровне кандидатов нет. Построили синтетический рынок со скрытой истиной и записали план проверки с порогами до прогона, отрицательные итоги оставили в отчёте.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Общий тест сливается за неделю. Сделали семейства заданий: шаблон, параметры и эталон, который считает код. У каждого кандидата свой экземпляр, сложность сопоставима.</a:t>
            </a:r>
            <a:br>
              <a:rPr lang="en-US" dirty="0">
                <a:solidFill>
                  <a:schemeClr val="tx1"/>
                </a:solidFill>
              </a:rPr>
            </a:b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Это задача про измерение, а не про витрину вакансий: умение надо проверить, а не прочитать в резюме. Результат ФСП не перепишешь.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Веб-сервис для двух ролей: React 19, FastAPI, PostgreSQL 16, запуск одной командой docker compose</a:t>
            </a:r>
          </a:p>
          <a:p>
            <a:r>
              <a:rPr lang="ru-RU" sz="1400" dirty="0">
                <a:solidFill>
                  <a:schemeClr val="tx1"/>
                </a:solidFill>
              </a:rPr>
              <a:t>Тест из семейств заданий: у каждого кандидата свой экземпляр, эталон вычисляет код</a:t>
            </a:r>
          </a:p>
          <a:p>
            <a:r>
              <a:rPr lang="ru-RU" sz="1400" dirty="0">
                <a:solidFill>
                  <a:schemeClr val="tx1"/>
                </a:solidFill>
              </a:rPr>
              <a:t>Модель навыка IRT 2PL: уровень и погрешность по темам, категория — при уверенности не ниже 0,8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Подбор: категория отсекает, внутри скор по темам; объяснение — те же слагаемые, что и скор</a:t>
            </a:r>
          </a:p>
          <a:p>
            <a:r>
              <a:rPr lang="ru-RU" sz="1400" dirty="0">
                <a:solidFill>
                  <a:schemeClr val="tx1"/>
                </a:solidFill>
              </a:rPr>
              <a:t>ФСП ID по OIDC через Keycloak; LLM только разбирает текст и работает локально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Кандидат получает категорию за умение, а не за слова в резюме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400" dirty="0">
                <a:solidFill>
                  <a:schemeClr val="tx1"/>
                </a:solidFill>
              </a:rPr>
              <a:t>Работодатель сам приглашает из подборки, вилка зарплаты видна до общения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400" dirty="0">
                <a:solidFill>
                  <a:schemeClr val="tx1"/>
                </a:solidFill>
              </a:rPr>
              <a:t>Участники ФСП конвертируют результаты соревнований в карьерное преимущество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400" dirty="0">
                <a:solidFill>
                  <a:schemeClr val="tx1"/>
                </a:solidFill>
              </a:rPr>
              <a:t>Дальше: настоящий ФСП ID и реестр, рост банка заданий, интеграция с ATS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400" dirty="0">
                <a:solidFill>
                  <a:schemeClr val="tx1"/>
                </a:solidFill>
              </a:rPr>
              <a:t>Защита от фиктивных работодателей: метка доверия домена уже работает</a:t>
            </a:r>
            <a:br>
              <a:rPr lang="ru-RU" sz="1400" dirty="0">
                <a:solidFill>
                  <a:schemeClr val="tx1"/>
                </a:solidFill>
              </a:rPr>
            </a:b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